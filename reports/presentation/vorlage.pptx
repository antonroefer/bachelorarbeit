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532209"/>
    <a:srgbClr val="ED8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30214-32E3-56AB-DF42-6A4A2ED77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4F33DC-0352-DF8C-777A-5F012B3F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C669E6-D0E5-2348-2482-3423D581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822D89-37E3-7289-3A92-49DFC32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4B6D4D-E6DC-A98B-BD9F-B9EEDAB8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93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F2207-5C30-E65B-EBA4-6274C215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980BD-8C9B-D6F3-E548-3931AFE7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C9621E-F944-AD17-CCDE-255740D8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62F81B-D8B6-8A57-F06D-7BD2DCFF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6246CD-E2DA-136E-EECB-8D207A7D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42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AB3C2-DC14-A681-6BD2-C9531734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DD6DE2-3229-6386-542A-C7B571D1B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96B774-1670-1456-D3C0-2E73227F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43F51B-91D7-F178-B573-DB73A725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0257F3-DE0B-F13B-E1A3-4B55D37C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534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D73C5-00A6-B95A-1CCC-CD785EBA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791D7A-3C3A-0C5D-1CFB-2E94BE881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0332C2-05C6-F341-72F4-F5F452691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8A3EFF-5CA4-FD5C-E80D-69EC9ACD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3807B5-E986-98D0-2E57-9D6339C0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76D49B-1428-937F-B876-D5554D5F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916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2DFCE7-1713-1FD0-1C13-97D59A44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E3216E-08FB-434F-9239-3A07FD7B8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0C5C1B-CB06-A54D-7C46-0F2660919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784BA5-3372-D265-9329-B12AB3B43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B434D9-8FD0-E177-92A6-5327C1981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29AE7D-1359-B8EF-7168-34E45258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772A71-DCF3-EAFB-ECCA-3FF6C123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A69B40-2A29-2EF7-53E2-6CD2BC9E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90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BA456-E769-B0EE-E01A-1FFB818B5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0A2C65-E151-1BB7-BE9C-62AC077B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944540-8806-AFDA-32DB-D48EE3EB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6F8C0C-0B04-416E-1091-7FE5A4F3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24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3F6FB0-DE4F-1EF7-A1AA-01723980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1D99EB-5049-2DF8-7F50-6BFA00CA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27B57D-7DFC-15D1-F2DB-E97EA8B6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284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E71DE-35DC-E7FF-608E-76F7A6404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E3011A-FA83-935B-718E-7EC1AC10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8DE838-A810-0B8D-1A97-0560CCF1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4BD7B3-4B35-F37E-22F7-ABFCBA2E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3F00F7-4798-6C29-05AE-D8FE0918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4B1E9E-9025-2C5C-B20C-94BAEFC1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5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A1D38-039C-3BE6-909D-039DB4DA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2EBA56-5F66-0A8C-935A-5E6F6247C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A4E294-E953-CC5A-6937-46D34498E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FDFE45-A26C-F808-84A3-1B1A48B7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B9B149-CD2E-ECBD-ED70-1216E1C8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20175B-0FC4-C42F-3A34-F18ED951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80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BBF7B-D0C9-2BA7-61A5-371FA5A5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F8DE87-AA04-57CF-7C52-963EA191F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06958B-FD05-7B45-6132-09684A2D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CA60C8-022C-9BEB-AC19-6D9ECBF2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96C28D-47C2-9858-96B1-B76859F4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597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E50D08-E75B-8B96-0143-3FB20210E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6DAB63-0459-415D-7F09-DBA0B073C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D03B6-1807-2028-D6ED-29E2FA62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27E7BA-40D9-2B5E-C270-FE760969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2E128B-3760-34CB-211C-2449F63C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00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3A7AD3-7E8F-AAC0-FB1A-8BE925B4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D2FD3A-BF41-656A-DD8C-4BA806A1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49ECE-A844-875A-8BEF-27D31AC8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9D072-5508-4C95-A833-826E95301085}" type="datetimeFigureOut">
              <a:rPr lang="de-DE" smtClean="0"/>
              <a:t>10.08.2025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B71892-EC9C-19E4-30E7-F00B38ED8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84385E-DF50-B60B-723F-711DA38E9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7C26C-E5C9-4FFC-8823-A2FF257CCD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86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0E0F9-B861-B270-3F51-E5A7078350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2D7361-33F1-6435-01B7-F5D3027920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387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A74FE2F-5DFB-2771-8F71-13C7A16F2E56}"/>
              </a:ext>
            </a:extLst>
          </p:cNvPr>
          <p:cNvGrpSpPr/>
          <p:nvPr/>
        </p:nvGrpSpPr>
        <p:grpSpPr>
          <a:xfrm>
            <a:off x="782589" y="808952"/>
            <a:ext cx="10494069" cy="4121864"/>
            <a:chOff x="782589" y="808952"/>
            <a:chExt cx="10297150" cy="4121864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C5F71793-599C-7B2C-353D-7DC0FFCD37AE}"/>
                </a:ext>
              </a:extLst>
            </p:cNvPr>
            <p:cNvSpPr/>
            <p:nvPr/>
          </p:nvSpPr>
          <p:spPr>
            <a:xfrm>
              <a:off x="783770" y="813365"/>
              <a:ext cx="10293559" cy="1380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661D766-90A7-3F0B-4C74-D1F9AC537ADF}"/>
                </a:ext>
              </a:extLst>
            </p:cNvPr>
            <p:cNvSpPr/>
            <p:nvPr/>
          </p:nvSpPr>
          <p:spPr>
            <a:xfrm>
              <a:off x="782589" y="2161086"/>
              <a:ext cx="10297150" cy="1380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0EE4562-9933-5D4C-785F-78291C835667}"/>
                </a:ext>
              </a:extLst>
            </p:cNvPr>
            <p:cNvSpPr/>
            <p:nvPr/>
          </p:nvSpPr>
          <p:spPr>
            <a:xfrm>
              <a:off x="782590" y="3550412"/>
              <a:ext cx="10297149" cy="1380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D461FDC-E064-6F40-FD11-7E7E044EDD19}"/>
                </a:ext>
              </a:extLst>
            </p:cNvPr>
            <p:cNvGrpSpPr/>
            <p:nvPr/>
          </p:nvGrpSpPr>
          <p:grpSpPr>
            <a:xfrm>
              <a:off x="1799292" y="1003477"/>
              <a:ext cx="8900172" cy="1011097"/>
              <a:chOff x="1784706" y="1129537"/>
              <a:chExt cx="8173547" cy="60824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Rechteck 2">
                    <a:extLst>
                      <a:ext uri="{FF2B5EF4-FFF2-40B4-BE49-F238E27FC236}">
                        <a16:creationId xmlns:a16="http://schemas.microsoft.com/office/drawing/2014/main" id="{0FF04469-65C1-86C0-B6CF-FF253407C91C}"/>
                      </a:ext>
                    </a:extLst>
                  </p:cNvPr>
                  <p:cNvSpPr/>
                  <p:nvPr/>
                </p:nvSpPr>
                <p:spPr>
                  <a:xfrm>
                    <a:off x="1784706" y="1129537"/>
                    <a:ext cx="1472838" cy="607051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e-DE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de-DE" sz="2400" dirty="0">
                        <a:solidFill>
                          <a:schemeClr val="tx1"/>
                        </a:solidFill>
                      </a:rPr>
                      <a:t>-Zeit</a:t>
                    </a:r>
                    <a:endParaRPr lang="de-DE" sz="2400" dirty="0"/>
                  </a:p>
                </p:txBody>
              </p:sp>
            </mc:Choice>
            <mc:Fallback>
              <p:sp>
                <p:nvSpPr>
                  <p:cNvPr id="3" name="Rechteck 2">
                    <a:extLst>
                      <a:ext uri="{FF2B5EF4-FFF2-40B4-BE49-F238E27FC236}">
                        <a16:creationId xmlns:a16="http://schemas.microsoft.com/office/drawing/2014/main" id="{0FF04469-65C1-86C0-B6CF-FF253407C9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4706" y="1129537"/>
                    <a:ext cx="1472838" cy="60705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EED19AE7-F3B0-6139-BBE4-CEF051BFC34C}"/>
                  </a:ext>
                </a:extLst>
              </p:cNvPr>
              <p:cNvSpPr/>
              <p:nvPr/>
            </p:nvSpPr>
            <p:spPr>
              <a:xfrm>
                <a:off x="6253842" y="1129538"/>
                <a:ext cx="1472838" cy="60705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dirty="0" err="1">
                    <a:solidFill>
                      <a:schemeClr val="tx1"/>
                    </a:solidFill>
                  </a:rPr>
                  <a:t>Konstanter</a:t>
                </a:r>
                <a:r>
                  <a:rPr lang="en-GB" sz="2000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 err="1">
                    <a:solidFill>
                      <a:schemeClr val="tx1"/>
                    </a:solidFill>
                  </a:rPr>
                  <a:t>Spurabstand</a:t>
                </a:r>
                <a:endParaRPr lang="de-DE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96D2CFD2-1D9C-35E9-B70E-E608D43384C2}"/>
                  </a:ext>
                </a:extLst>
              </p:cNvPr>
              <p:cNvSpPr/>
              <p:nvPr/>
            </p:nvSpPr>
            <p:spPr>
              <a:xfrm>
                <a:off x="4022269" y="1130727"/>
                <a:ext cx="1472838" cy="60705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 err="1">
                    <a:solidFill>
                      <a:schemeClr val="tx1"/>
                    </a:solidFill>
                  </a:rPr>
                  <a:t>Rauschen</a:t>
                </a:r>
                <a:endParaRPr lang="de-DE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8240906-6326-D4F4-A311-5D18CCC71DA6}"/>
                  </a:ext>
                </a:extLst>
              </p:cNvPr>
              <p:cNvSpPr/>
              <p:nvPr/>
            </p:nvSpPr>
            <p:spPr>
              <a:xfrm>
                <a:off x="8485415" y="1129538"/>
                <a:ext cx="1472838" cy="60705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Lineare</a:t>
                </a:r>
                <a:r>
                  <a:rPr lang="en-GB"/>
                  <a:t> Interpolation</a:t>
                </a:r>
                <a:endParaRPr lang="de-DE"/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5DE99385-CD01-27E9-451E-77E0A5EA2D1A}"/>
                </a:ext>
              </a:extLst>
            </p:cNvPr>
            <p:cNvGrpSpPr/>
            <p:nvPr/>
          </p:nvGrpSpPr>
          <p:grpSpPr>
            <a:xfrm>
              <a:off x="1800496" y="2356266"/>
              <a:ext cx="8900172" cy="1028627"/>
              <a:chOff x="1800494" y="2574541"/>
              <a:chExt cx="9117079" cy="611674"/>
            </a:xfrm>
          </p:grpSpPr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1E044A19-9079-F0C5-4804-8F3546E39D33}"/>
                  </a:ext>
                </a:extLst>
              </p:cNvPr>
              <p:cNvSpPr/>
              <p:nvPr/>
            </p:nvSpPr>
            <p:spPr>
              <a:xfrm>
                <a:off x="1800494" y="2579164"/>
                <a:ext cx="1472838" cy="607051"/>
              </a:xfrm>
              <a:prstGeom prst="rect">
                <a:avLst/>
              </a:prstGeom>
              <a:solidFill>
                <a:srgbClr val="E971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17549DCB-B761-AD74-5B9E-A71753EEA703}"/>
                  </a:ext>
                </a:extLst>
              </p:cNvPr>
              <p:cNvSpPr/>
              <p:nvPr/>
            </p:nvSpPr>
            <p:spPr>
              <a:xfrm>
                <a:off x="3710938" y="2579164"/>
                <a:ext cx="1472838" cy="607051"/>
              </a:xfrm>
              <a:prstGeom prst="rect">
                <a:avLst/>
              </a:prstGeom>
              <a:solidFill>
                <a:srgbClr val="E971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C42E87B1-30FA-F9F3-820C-B3881166E45C}"/>
                  </a:ext>
                </a:extLst>
              </p:cNvPr>
              <p:cNvSpPr/>
              <p:nvPr/>
            </p:nvSpPr>
            <p:spPr>
              <a:xfrm>
                <a:off x="5621382" y="2579164"/>
                <a:ext cx="1472838" cy="607051"/>
              </a:xfrm>
              <a:prstGeom prst="rect">
                <a:avLst/>
              </a:prstGeom>
              <a:solidFill>
                <a:srgbClr val="E971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98AE34E5-4404-C5F1-5475-B7D7A23A21A9}"/>
                  </a:ext>
                </a:extLst>
              </p:cNvPr>
              <p:cNvSpPr/>
              <p:nvPr/>
            </p:nvSpPr>
            <p:spPr>
              <a:xfrm>
                <a:off x="9444735" y="2577074"/>
                <a:ext cx="1472838" cy="607051"/>
              </a:xfrm>
              <a:prstGeom prst="rect">
                <a:avLst/>
              </a:prstGeom>
              <a:solidFill>
                <a:srgbClr val="E971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0AF2A25C-94DD-E908-F570-CEF5E98933D9}"/>
                  </a:ext>
                </a:extLst>
              </p:cNvPr>
              <p:cNvSpPr/>
              <p:nvPr/>
            </p:nvSpPr>
            <p:spPr>
              <a:xfrm>
                <a:off x="7534291" y="2574541"/>
                <a:ext cx="1472838" cy="607051"/>
              </a:xfrm>
              <a:prstGeom prst="rect">
                <a:avLst/>
              </a:prstGeom>
              <a:solidFill>
                <a:srgbClr val="E9713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61C1BFE-EDDB-849D-C472-28896E48A52F}"/>
                </a:ext>
              </a:extLst>
            </p:cNvPr>
            <p:cNvSpPr/>
            <p:nvPr/>
          </p:nvSpPr>
          <p:spPr>
            <a:xfrm>
              <a:off x="4645096" y="3734074"/>
              <a:ext cx="3208564" cy="101307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274ECB32-19D5-52E6-CFAC-2F0D1AA25F43}"/>
                </a:ext>
              </a:extLst>
            </p:cNvPr>
            <p:cNvSpPr/>
            <p:nvPr/>
          </p:nvSpPr>
          <p:spPr>
            <a:xfrm>
              <a:off x="784223" y="808952"/>
              <a:ext cx="733789" cy="13539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FF152B42-5EC6-8979-734D-E90FCB315250}"/>
                </a:ext>
              </a:extLst>
            </p:cNvPr>
            <p:cNvSpPr/>
            <p:nvPr/>
          </p:nvSpPr>
          <p:spPr>
            <a:xfrm>
              <a:off x="787498" y="2161086"/>
              <a:ext cx="733789" cy="138932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A2C1DB0B-A10A-9F74-1B83-B358C4272424}"/>
                </a:ext>
              </a:extLst>
            </p:cNvPr>
            <p:cNvSpPr/>
            <p:nvPr/>
          </p:nvSpPr>
          <p:spPr>
            <a:xfrm>
              <a:off x="784223" y="3550411"/>
              <a:ext cx="733789" cy="136170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6BED0E62-CD5A-4449-A13B-A574E4DDB623}"/>
              </a:ext>
            </a:extLst>
          </p:cNvPr>
          <p:cNvSpPr txBox="1"/>
          <p:nvPr/>
        </p:nvSpPr>
        <p:spPr>
          <a:xfrm>
            <a:off x="1911585" y="2494161"/>
            <a:ext cx="121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vvv</a:t>
            </a:r>
            <a:endParaRPr lang="de-DE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D0A932E-B981-EBE7-2CB6-0DD9DFF10732}"/>
              </a:ext>
            </a:extLst>
          </p:cNvPr>
          <p:cNvSpPr txBox="1"/>
          <p:nvPr/>
        </p:nvSpPr>
        <p:spPr>
          <a:xfrm>
            <a:off x="3845733" y="2505136"/>
            <a:ext cx="121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vvv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CB4EC77-23FB-2F2E-0629-4221A8959130}"/>
              </a:ext>
            </a:extLst>
          </p:cNvPr>
          <p:cNvSpPr txBox="1"/>
          <p:nvPr/>
        </p:nvSpPr>
        <p:spPr>
          <a:xfrm>
            <a:off x="5774546" y="2505136"/>
            <a:ext cx="121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vvv</a:t>
            </a:r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0B74F4B-A186-2832-2C55-5B5067D25A51}"/>
              </a:ext>
            </a:extLst>
          </p:cNvPr>
          <p:cNvSpPr txBox="1"/>
          <p:nvPr/>
        </p:nvSpPr>
        <p:spPr>
          <a:xfrm>
            <a:off x="7650725" y="2494161"/>
            <a:ext cx="121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vvv</a:t>
            </a:r>
            <a:endParaRPr lang="de-DE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709BFE5-7151-B5D8-CA4D-233F0F7AD087}"/>
              </a:ext>
            </a:extLst>
          </p:cNvPr>
          <p:cNvSpPr txBox="1"/>
          <p:nvPr/>
        </p:nvSpPr>
        <p:spPr>
          <a:xfrm>
            <a:off x="9551382" y="2505136"/>
            <a:ext cx="121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vvv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A3E63BC-1D22-AE7A-EDB0-8078429874AE}"/>
              </a:ext>
            </a:extLst>
          </p:cNvPr>
          <p:cNvSpPr txBox="1"/>
          <p:nvPr/>
        </p:nvSpPr>
        <p:spPr>
          <a:xfrm>
            <a:off x="4883385" y="3861580"/>
            <a:ext cx="294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mmm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8163990-9BE8-522E-C5F4-807B7F1A8807}"/>
              </a:ext>
            </a:extLst>
          </p:cNvPr>
          <p:cNvSpPr txBox="1"/>
          <p:nvPr/>
        </p:nvSpPr>
        <p:spPr>
          <a:xfrm rot="16200000">
            <a:off x="378867" y="1070864"/>
            <a:ext cx="159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S</a:t>
            </a:r>
            <a:r>
              <a:rPr lang="de-DE" sz="3000" dirty="0" err="1"/>
              <a:t>tufe</a:t>
            </a:r>
            <a:r>
              <a:rPr lang="de-DE" sz="3000" dirty="0"/>
              <a:t> 1</a:t>
            </a:r>
          </a:p>
        </p:txBody>
      </p:sp>
      <p:sp>
        <p:nvSpPr>
          <p:cNvPr id="2" name="Textfeld 36">
            <a:extLst>
              <a:ext uri="{FF2B5EF4-FFF2-40B4-BE49-F238E27FC236}">
                <a16:creationId xmlns:a16="http://schemas.microsoft.com/office/drawing/2014/main" id="{849384CF-DDA3-2827-7DCF-5F76D534F03F}"/>
              </a:ext>
            </a:extLst>
          </p:cNvPr>
          <p:cNvSpPr txBox="1"/>
          <p:nvPr/>
        </p:nvSpPr>
        <p:spPr>
          <a:xfrm rot="16200000">
            <a:off x="285592" y="2354429"/>
            <a:ext cx="1777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S</a:t>
            </a:r>
            <a:r>
              <a:rPr lang="de-DE" sz="3000" dirty="0" err="1"/>
              <a:t>tufe</a:t>
            </a:r>
            <a:r>
              <a:rPr lang="de-DE" sz="3000" dirty="0"/>
              <a:t> 2</a:t>
            </a:r>
          </a:p>
        </p:txBody>
      </p:sp>
      <p:sp>
        <p:nvSpPr>
          <p:cNvPr id="13" name="Textfeld 36">
            <a:extLst>
              <a:ext uri="{FF2B5EF4-FFF2-40B4-BE49-F238E27FC236}">
                <a16:creationId xmlns:a16="http://schemas.microsoft.com/office/drawing/2014/main" id="{C5B208B3-7B56-456C-BB56-9EC2D50C300F}"/>
              </a:ext>
            </a:extLst>
          </p:cNvPr>
          <p:cNvSpPr txBox="1"/>
          <p:nvPr/>
        </p:nvSpPr>
        <p:spPr>
          <a:xfrm rot="16200000">
            <a:off x="398723" y="3820256"/>
            <a:ext cx="1587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S</a:t>
            </a:r>
            <a:r>
              <a:rPr lang="de-DE" sz="3000" dirty="0" err="1"/>
              <a:t>tufe</a:t>
            </a:r>
            <a:r>
              <a:rPr lang="de-DE" sz="3000" dirty="0"/>
              <a:t> 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D7F9B5-C1A6-E311-EDBE-A638C83C3E88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453178" y="1508037"/>
            <a:ext cx="848633" cy="1978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DE6DCB-B8D7-3262-5986-23B2BE791430}"/>
              </a:ext>
            </a:extLst>
          </p:cNvPr>
          <p:cNvCxnSpPr>
            <a:stCxn id="5" idx="3"/>
            <a:endCxn id="4" idx="1"/>
          </p:cNvCxnSpPr>
          <p:nvPr/>
        </p:nvCxnSpPr>
        <p:spPr>
          <a:xfrm flipV="1">
            <a:off x="5936254" y="1508039"/>
            <a:ext cx="841986" cy="197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06BB20A-695B-C110-9ABB-B463641DF765}"/>
              </a:ext>
            </a:extLst>
          </p:cNvPr>
          <p:cNvCxnSpPr/>
          <p:nvPr/>
        </p:nvCxnSpPr>
        <p:spPr>
          <a:xfrm flipV="1">
            <a:off x="8418905" y="1503122"/>
            <a:ext cx="841986" cy="197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D7C3B8B-CEF5-7E90-F596-59E573EB117D}"/>
              </a:ext>
            </a:extLst>
          </p:cNvPr>
          <p:cNvCxnSpPr>
            <a:stCxn id="6" idx="3"/>
            <a:endCxn id="10" idx="3"/>
          </p:cNvCxnSpPr>
          <p:nvPr/>
        </p:nvCxnSpPr>
        <p:spPr>
          <a:xfrm>
            <a:off x="10889111" y="1508039"/>
            <a:ext cx="1227" cy="1362914"/>
          </a:xfrm>
          <a:prstGeom prst="bentConnector3">
            <a:avLst>
              <a:gd name="adj1" fmla="val 18730807"/>
            </a:avLst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7DABA3-83EC-9942-A407-16F522F1BBB0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8989680" y="2866693"/>
            <a:ext cx="435365" cy="4260"/>
          </a:xfrm>
          <a:prstGeom prst="straightConnector1">
            <a:avLst/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7BBFECC-2748-1907-69F8-377AD79A3E30}"/>
              </a:ext>
            </a:extLst>
          </p:cNvPr>
          <p:cNvCxnSpPr/>
          <p:nvPr/>
        </p:nvCxnSpPr>
        <p:spPr>
          <a:xfrm flipH="1" flipV="1">
            <a:off x="7077300" y="2871610"/>
            <a:ext cx="435365" cy="4260"/>
          </a:xfrm>
          <a:prstGeom prst="straightConnector1">
            <a:avLst/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99714D-6FF3-1719-E95F-D2B51BB15F55}"/>
              </a:ext>
            </a:extLst>
          </p:cNvPr>
          <p:cNvCxnSpPr/>
          <p:nvPr/>
        </p:nvCxnSpPr>
        <p:spPr>
          <a:xfrm flipH="1" flipV="1">
            <a:off x="5179667" y="2871610"/>
            <a:ext cx="435365" cy="4260"/>
          </a:xfrm>
          <a:prstGeom prst="straightConnector1">
            <a:avLst/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3A5DAF-FA11-29E0-B310-6A82BBAB9088}"/>
              </a:ext>
            </a:extLst>
          </p:cNvPr>
          <p:cNvCxnSpPr/>
          <p:nvPr/>
        </p:nvCxnSpPr>
        <p:spPr>
          <a:xfrm flipH="1" flipV="1">
            <a:off x="3272202" y="2871608"/>
            <a:ext cx="435365" cy="4260"/>
          </a:xfrm>
          <a:prstGeom prst="straightConnector1">
            <a:avLst/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180C138-6819-B491-0A81-238E4E2AAB5D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1818735" y="2870953"/>
            <a:ext cx="1227" cy="3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03EA9FB-35C2-F51E-D7B2-97261E385E4C}"/>
              </a:ext>
            </a:extLst>
          </p:cNvPr>
          <p:cNvCxnSpPr>
            <a:endCxn id="12" idx="1"/>
          </p:cNvCxnSpPr>
          <p:nvPr/>
        </p:nvCxnSpPr>
        <p:spPr>
          <a:xfrm>
            <a:off x="1818735" y="2870953"/>
            <a:ext cx="2900226" cy="1369661"/>
          </a:xfrm>
          <a:prstGeom prst="bentConnector3">
            <a:avLst>
              <a:gd name="adj1" fmla="val -5260"/>
            </a:avLst>
          </a:prstGeom>
          <a:ln w="38100" cap="flat" cmpd="sng" algn="ctr">
            <a:solidFill>
              <a:srgbClr val="E9713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41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Annika Mathe</dc:creator>
  <cp:lastModifiedBy>Anton Roefer</cp:lastModifiedBy>
  <cp:revision>3</cp:revision>
  <dcterms:created xsi:type="dcterms:W3CDTF">2025-08-10T12:44:55Z</dcterms:created>
  <dcterms:modified xsi:type="dcterms:W3CDTF">2025-08-10T14:11:12Z</dcterms:modified>
</cp:coreProperties>
</file>